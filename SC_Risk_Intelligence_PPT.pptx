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91440" cy="663854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05A28"/>
                </a:solidFill>
              </a:rPr>
              <a:t>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1430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5A28"/>
                </a:solidFill>
              </a:rPr>
              <a:t>PRODAPT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6276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BB"/>
                </a:solidFill>
              </a:rPr>
              <a:t>Capstone Project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03120"/>
            <a:ext cx="8686800" cy="27432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AI-Powered Supply Chain
Risk Intelligence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3E8"/>
                </a:solidFill>
              </a:rPr>
              <a:t>Natural language queries  ·  RAG retrieval  ·  Multi-Agent AI  ·  Anomaly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Python 3.13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FastAPI 0.136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OpenAI GPT-4o-mini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all-MiniLM + BM25 + NumPy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The intelligence gap in global supply chain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508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Distributed Data Silos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8745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Operational data scattered across procurement, warehouse, logistics
and vendor platforms — impossible to query holistically.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37160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37160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508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Reactive Monitoring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8745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Traditional systems trigger alerts only after thresholds breach.
No predictive capability for emerging disruption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74904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74904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886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Manual Analysis Bottleneck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Operations teams spend hours consolidating reports to understand
risk — by the time insights arrive, disruptions have escalated.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74904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3749040"/>
            <a:ext cx="54864" cy="2103120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3886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Five Critical Scenarios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Supplier delays  ·  Port congestion  ·  Stockout risk
Transportation cost spikes  ·  Demand surge bottlenecks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AI-powered intelligence that transforms reactive monitoring into proactive resilience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2038"/>
                </a:solidFill>
              </a:rPr>
              <a:t>Operations teams can now query historical incidents in natural language,
receive AI-generated risk assessments, and get explainable mitigation strategies
— all within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Natural Language
Incident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Describe disruptions conversationally.
Semantics + keywords.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4-Dimension
Risk 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Supplier 35% · Inventory 30%
Shipment 25% · Demand 10%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Multi-Agent
Parallel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4 specialist agents run concurrently
with A2A escalation.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🛡️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Explainable
Recommendations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Every recommendation traces back
to historical evidence.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Anomaly
Detection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IsolationForest flags statistical
anomalies proactively.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Evaluation
Framework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DeepEval RAG metrics +
LLM-as-Judge quality scoring.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Layered microservice design — each layer independently replaceable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11430000" cy="7772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FRONTEND  (5-Tab SPA)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444752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Search  |  Recommendations  |  Multi-Agent  |  Dashboard  |  Anomalies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1430000" cy="7772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9514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FASTAPI  API LAYER  /api/v1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95144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/search   /recommendations   /agents/analyze   /analytics/dashboard   /analytics/anomalies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90672"/>
            <a:ext cx="11430000" cy="7772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CORE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45536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HybridSearch (BM25 + RRF)   |   RiskScoring   |   Guardrails   |   TokenOptimizer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41064"/>
            <a:ext cx="11430000" cy="77724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9959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BUSINESS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959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RAG Service   |   Anomaly Detection (IsolationForest)   |   Evaluation (DeepEval + LLM Judge)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91456"/>
            <a:ext cx="11430000" cy="777240"/>
          </a:xfrm>
          <a:prstGeom prst="rect">
            <a:avLst/>
          </a:prstGeom>
          <a:solidFill>
            <a:srgbClr val="3A56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MULTI-AGENT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846320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SupplierRiskAgent  ·  ShipmentAgent  ·  InventoryAgent  →  RecommendationAgent  [A2A Escalation]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641848"/>
            <a:ext cx="11430000" cy="777240"/>
          </a:xfrm>
          <a:prstGeom prst="rect">
            <a:avLst/>
          </a:prstGeom>
          <a:solidFill>
            <a:srgbClr val="18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9671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3E8"/>
                </a:solidFill>
              </a:rPr>
              <a:t>DATA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696712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3E8"/>
                </a:solidFill>
              </a:rPr>
              <a:t>all-MiniLM-L6-v2 Embeddings   |   NumPy VectorStore (embeddings.npy)   |   BM25 Index   |   supply_chain_data.csv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743200"/>
            <a:ext cx="1920240" cy="1371600"/>
          </a:xfrm>
          <a:prstGeom prst="rect">
            <a:avLst/>
          </a:prstGeom>
          <a:solidFill>
            <a:srgbClr val="F05A2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278892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OpenAI
GPT-4o-mini
via Gateway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 Flow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From raw CSV incidents to explainable AI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DATA INGESTION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CSV
600 Incidents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737360"/>
            <a:ext cx="173736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Preprocess
&amp; Enrich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37360"/>
            <a:ext cx="173736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Chunk
+ Tokenize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173736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Encode
Embeddings
384-dim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NumPy
VectorStore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9556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9556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BM25
Index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97480"/>
            <a:ext cx="11430000" cy="2743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788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QUERY &amp; RESPONSE 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090672"/>
            <a:ext cx="137160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
Query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512" y="3090672"/>
            <a:ext cx="1371600" cy="822960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Guardrails
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82112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00984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00984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Hybrid
Search
BM25+Sem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91456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RRF
Fusion
+ Rerank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63056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81928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81928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Token
Budget
Optimize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3528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3090672"/>
            <a:ext cx="137160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Risk
Score
4-Dim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62872" y="3090672"/>
            <a:ext cx="137160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62872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GPT-4o-mini
Generate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472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753344" y="3090672"/>
            <a:ext cx="137160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53344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Parse &amp;
Return
Response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114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MULTI-AGENT PARALLEL FLOW  (A2A Escalation)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434840"/>
            <a:ext cx="2926080" cy="73152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Supplier
Risk Agent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66160" y="4434840"/>
            <a:ext cx="2926080" cy="73152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Shipment
Analysis Agent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66560" y="4434840"/>
            <a:ext cx="2926080" cy="73152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Inventory
Intelligence Agent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5230368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↓  ↓  ↓  A2A Escalation  ↓  ↓  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559552"/>
            <a:ext cx="4114800" cy="68580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0" y="5559552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Recommendation Agent  →  Consolidated Response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RAG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8-stage Retrieve-Augment-Generate pipeline with hybrid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56232"/>
            <a:ext cx="27432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User Query
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Natural language input
from operations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1856232"/>
            <a:ext cx="2743200" cy="1691640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Guardrails
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Injection detection
Domain relevance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856232"/>
            <a:ext cx="2743200" cy="16916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Hybrid Search
BM25 + Semantic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Parallel BM25 + cosine ANN
Merged via RRF (α=0.5)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1856232"/>
            <a:ext cx="2743200" cy="169164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Logistics
Reranking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+0.05 boost per matching
domain field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233672"/>
            <a:ext cx="2743200" cy="1691640"/>
          </a:xfrm>
          <a:prstGeom prst="rect">
            <a:avLst/>
          </a:prstGeom>
          <a:solidFill>
            <a:srgbClr val="365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Token Budget
Management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tiktoken cl100k_base
max 8000 token context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4233672"/>
            <a:ext cx="2743200" cy="16916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4-Dim Risk
Scoring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Supplier · Inventory
Shipment · Demand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4233672"/>
            <a:ext cx="2743200" cy="16916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GPT-4o-mini
Generation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Structured prompt injection
PRIORITY 1-5 output format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35440" y="4233672"/>
            <a:ext cx="27432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Parse &amp;
Return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Regex extraction
Fallback to plain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Parallel specialist agents with Agent-to-Agent (A2A) escalation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80560" y="1417320"/>
            <a:ext cx="3200400" cy="65836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41732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🎯  Multi-Agent Orchestrator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3749039" cy="65836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Hybrid Search  →  Context Docs (top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945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↓  ThreadPoolExecutor (max_workers=3) 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36576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Supplier
Risk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get_supplier_history()
Delay · SLA · Dependency
Escalate if risk &gt; 0.7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606040"/>
            <a:ext cx="3657600" cy="16916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Shipment
Analysis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get_route_status()
Port · Carrier · Customs
Root cause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606040"/>
            <a:ext cx="3657600" cy="169164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Inventory
Intelligence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check_inventory()
get_demand_forecast()
Stockout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⚡  A2A Escalation Chain  (risk &gt; 0.7 → RecommendationAgent → Director if &gt; 0.85)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4846320"/>
            <a:ext cx="5760720" cy="7772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4846320"/>
            <a:ext cx="576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🎯  Recommendation Agent  —  Synthesise · Consolidate · Proactive Alerts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5715000"/>
            <a:ext cx="7040880" cy="65836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0320" y="5715000"/>
            <a:ext cx="7040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8D3E8"/>
                </a:solidFill>
              </a:rPr>
              <a:t>OrchestratorResponse  ·  consolidated_risk  ·  escalation_chain  ·  proactive_alerts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Production-grade open-source stack running on Python 3.13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77840" cy="41148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721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Backend 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2880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5681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9202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FastAPI 0.136  —  REST API + OpenAPI docs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597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4231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Uvicorn  —  ASGI 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626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260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Pydantic v2  —  Request/response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17320"/>
            <a:ext cx="557784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721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AI /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82880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95681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19202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OpenAI GPT-4o-mini  —  Chat completions via gateway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4597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24231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OpenAI API SDK 1.55  —  Function calling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9626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8816" y="29260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DeepEval (optional)  —  RAG quality metrics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49040"/>
            <a:ext cx="5577840" cy="41148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80390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Retrieval &amp;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6052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2885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" y="42519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all-MiniLM-L6-v2  —  384-dim sentence embeddings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914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7548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BM25Okapi  —  Sparse keyword retrieval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29437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" y="525780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RRF Fusion  —  Reciprocal Rank Fusion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749040"/>
            <a:ext cx="5577840" cy="41148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80390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Vector Store &amp; 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16052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42885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28816" y="42519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NumPy + JSON  —  Pure-Python vector store (no MSVC)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7914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28816" y="47548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tiktoken cl100k_base  —  Token budget mgmt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29437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525780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Pandas + scikit-learn  —  Data processing + IsolationForest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Dual validation: DeepEval RAG metrics + custom LLM-as-Judge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DeepEval — RAG Quality Metrics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391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Answer Relevancy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391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Does the response answer the query?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057400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05740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24328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974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Faithfulness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6974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claims grounded in retrieved context? (anti-hallucination)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715768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2715768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82696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558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Contextual Precision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3558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retrieved documents relevant to the question?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3374136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3374136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941064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1421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Contextual Recall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40142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Does context cover all necessary information?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032504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032504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417320"/>
            <a:ext cx="5577840" cy="45720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1417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LLM-as-Judge — Business Quality Scoring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965960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20391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Relevance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20391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recs tied to the identified risk?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21031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624328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26974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Actionability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6974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Can teams execute these immediately?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276148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282696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355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Completeness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355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All risk dimensions addressed?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341985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3941064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401421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Feasibility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40142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Realistic timelines and owners?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0" y="407822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4599432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6725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Evidence-Based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6725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Grounded in historical incidents?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47365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303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Verdict: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5285232"/>
            <a:ext cx="1645920" cy="384048"/>
          </a:xfrm>
          <a:prstGeom prst="rect">
            <a:avLst/>
          </a:prstGeom>
          <a:solidFill>
            <a:srgbClr val="0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APPROVED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2" y="5285232"/>
            <a:ext cx="1783080" cy="384048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2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A2038"/>
                </a:solidFill>
              </a:rPr>
              <a:t>NEEDS IMPROVEMENT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4" y="5285232"/>
            <a:ext cx="1645920" cy="384048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17924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REJECTED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Fallback &amp; Resilience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9 graceful degradation patterns — system never fails silently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3657600" cy="347472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Embedding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OpenAI /embeddings unreachable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Local all-MiniLM-L6-v2 (384-dim, no API)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44752"/>
            <a:ext cx="3657600" cy="34747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Vector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Model or dimension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Auto-clear stale index + re-ingest on startup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444752"/>
            <a:ext cx="3657600" cy="34747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LLM Parsing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No PRIORITY blocks in GPT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First 5 lines wrapped as generic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90672"/>
            <a:ext cx="3657600" cy="347472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DeepEval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Library not installed / API error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Placeholder scores (0.70–0.80) with note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090672"/>
            <a:ext cx="3657600" cy="347472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Agent Crash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Agent timeout (60s) or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Stub AgentResult (risk=0.0, manual review)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090672"/>
            <a:ext cx="3657600" cy="34747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Agent Routing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No keywords match query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Run all 3 specialist agents (safe default)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36592"/>
            <a:ext cx="3657600" cy="34747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BM25 Index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Index not yet built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Auto-rebuild from vector store corpus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4736592"/>
            <a:ext cx="3657600" cy="347472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Server Startup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4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Dataset CSV not found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Server starts with empty store (search → [])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4736592"/>
            <a:ext cx="3657600" cy="347472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Gateway Down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LLM chat completions timeout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Returns 400 with clear actionable message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5-Tab Frontend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Zero-dependency SPA — no build tools, no npm, opens directly from filesystem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194560" cy="47548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🔍  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Hybrid BM25 + Semantic
natural language incident search
Filters: Severity · Status · Supplier
Latency: 10–40 ms (local embeddings)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417320"/>
            <a:ext cx="2194560" cy="47548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6624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💡  Recommendations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6624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AI-generated mitigation strategies
Risk bars · PRIORITY 1-5 steps
Timeline · Owner · Expected Impact
Optional LLM Judge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7488" y="1417320"/>
            <a:ext cx="2194560" cy="475488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488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🤖  Multi-Agent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7488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7216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Parallel agent analysis panel
A2A escalation chain display
Proactive alerts · Consolidated risk
All 4 agents visible with scores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1417320"/>
            <a:ext cx="2194560" cy="47548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📊 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88352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Live KPI analytics grid
600 incidents · 302 critical
High-risk suppliers · Stockout locs
Disruption trend (improving/stable/bad)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29216" y="1417320"/>
            <a:ext cx="2194560" cy="475488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9216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⚠️  Anomalies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29216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38944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IsolationForest anomaly detection
Z-score feature attribution
Pearson correlation insights
Contamination rate configurable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✨  6 clickable sample query chips per tab for easy exploration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Demo Flow  —  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Operations manager investigates a supply chain disruption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1536192" cy="5303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1536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00:00
–01:00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75104"/>
            <a:ext cx="1536192" cy="5029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75104"/>
            <a:ext cx="15361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Problem
Statement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478024"/>
            <a:ext cx="1536192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2578608"/>
            <a:ext cx="13898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Explain the supply chain intelligence gap.
Distributed data · Reactive monitoring · Manual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1952" y="26060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02536" y="1444752"/>
            <a:ext cx="1536192" cy="5303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1444752"/>
            <a:ext cx="1536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01:00
–02:00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02536" y="1975104"/>
            <a:ext cx="1536192" cy="5029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2536" y="1975104"/>
            <a:ext cx="15361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System
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02536" y="2478024"/>
            <a:ext cx="1536192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5688" y="2578608"/>
            <a:ext cx="13898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Walk through architecture slide.
Frontend → API → RAG → Agents → LLM.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26060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1444752"/>
            <a:ext cx="1536192" cy="53035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1444752"/>
            <a:ext cx="1536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02:00
–03:30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85032" y="1975104"/>
            <a:ext cx="1536192" cy="5029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5032" y="1975104"/>
            <a:ext cx="15361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Search
Tab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5032" y="2478024"/>
            <a:ext cx="1536192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58184" y="2578608"/>
            <a:ext cx="13898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Query: 'supplier delivery delays for critical components'
Show hybrid results, severity chips, latency 40ms.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26060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67528" y="1444752"/>
            <a:ext cx="1536192" cy="530352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67528" y="1444752"/>
            <a:ext cx="1536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03:30
–05:30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67528" y="1975104"/>
            <a:ext cx="1536192" cy="5029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67528" y="1975104"/>
            <a:ext cx="15361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Recommendations
Tab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67528" y="2478024"/>
            <a:ext cx="1536192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40680" y="2578608"/>
            <a:ext cx="13898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Query: 'port congestion impacting shipment schedules'
Highlight animated risk bars + 5 priority mitigations.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6060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50024" y="1444752"/>
            <a:ext cx="1536192" cy="530352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1444752"/>
            <a:ext cx="1536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05:30
–07:30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50024" y="1975104"/>
            <a:ext cx="1536192" cy="5029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50024" y="1975104"/>
            <a:ext cx="15361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Multi-Agent
Tab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4" y="2478024"/>
            <a:ext cx="1536192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23176" y="2578608"/>
            <a:ext cx="13898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Query: 'warehouse inventory approaching stockout'
Show 4 agent cards · A2A escalation chain · Alerts.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31936" y="26060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32520" y="1444752"/>
            <a:ext cx="1536192" cy="530352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1444752"/>
            <a:ext cx="1536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07:30
–08:30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32520" y="1975104"/>
            <a:ext cx="1536192" cy="5029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32520" y="1975104"/>
            <a:ext cx="15361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Dashboard &amp;
Anomalies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32520" y="2478024"/>
            <a:ext cx="1536192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05672" y="2578608"/>
            <a:ext cx="13898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KPI grid: 600 incidents · 302 critical · Deteriorating.
Anomaly cards with Z-score attribution.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14432" y="26060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415016" y="1444752"/>
            <a:ext cx="1536192" cy="530352"/>
          </a:xfrm>
          <a:prstGeom prst="rect">
            <a:avLst/>
          </a:prstGeom>
          <a:solidFill>
            <a:srgbClr val="0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15016" y="1444752"/>
            <a:ext cx="1536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08:30
–10:00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415016" y="1975104"/>
            <a:ext cx="1536192" cy="5029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15016" y="1975104"/>
            <a:ext cx="15361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15016" y="2478024"/>
            <a:ext cx="1536192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0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88168" y="2578608"/>
            <a:ext cx="13898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Panel questions.
Key differentiators:
RRF · 4-dim risk · A2A · Graceful fallbacks.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Performance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Live test results on 600-incident corpus with local sentence-transformer embeddings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3657600" cy="54864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C3461"/>
                </a:solidFill>
              </a:rPr>
              <a:t>40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Search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Hybrid BM25+Semantic (local embeddings)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44752"/>
            <a:ext cx="3657600" cy="54864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43D72"/>
                </a:solidFill>
              </a:rPr>
              <a:t>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Indexed Incidents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2024–2026 synthetic supply chain records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444752"/>
            <a:ext cx="3657600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05A28"/>
                </a:solidFill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Anomalies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IsolationForest contamination=0.05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76472"/>
            <a:ext cx="3657600" cy="54864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47A00"/>
                </a:solidFill>
              </a:rPr>
              <a:t>9.19d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Avg Delivery Delay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Across all incidents (deteriorating trend)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776472"/>
            <a:ext cx="3657600" cy="54864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8201A"/>
                </a:solidFill>
              </a:rPr>
              <a:t>302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Critical Incidents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50.3% of corpus flagged as critical severity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776472"/>
            <a:ext cx="3657600" cy="54864"/>
          </a:xfrm>
          <a:prstGeom prst="rect">
            <a:avLst/>
          </a:prstGeom>
          <a:solidFill>
            <a:srgbClr val="0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A7A4A"/>
                </a:solidFill>
              </a:rPr>
              <a:t>4 Agents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Multi-Agent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Parallel + A2A escalation in ~22s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91440" cy="663854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0" y="118872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05A28"/>
                </a:solidFill>
              </a:rPr>
              <a:t>⬡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468880"/>
            <a:ext cx="6675120" cy="36576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6060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6576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8D3E8"/>
                </a:solidFill>
              </a:rPr>
              <a:t>AI-Powered Supply Chain Risk Intelligence 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251960"/>
            <a:ext cx="6675120" cy="36576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43484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A9A"/>
                </a:solidFill>
              </a:rPr>
              <a:t>Siddharth SR  |  siddharth.sr@prodapt.com  |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🔍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Hybrid BM25+Semantic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🤖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A2A Escalation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📊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IsolationForest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💡 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GPT-4o-mini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🛡️ 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LLM-as-Judge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